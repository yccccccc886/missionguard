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ec0e2b73fa4072" /><Relationship Type="http://schemas.openxmlformats.org/officeDocument/2006/relationships/extended-properties" Target="/docProps/app.xml" Id="Rda80ee913bf7407a" /><Relationship Type="http://schemas.openxmlformats.org/officeDocument/2006/relationships/officeDocument" Target="/ppt/presentation.xml" Id="Rccefe7bf126849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8c8ea26b16446a"/>
  </p:sldMasterIdLst>
  <p:notesMasterIdLst>
    <p:notesMasterId xmlns:r="http://schemas.openxmlformats.org/officeDocument/2006/relationships" r:id="R6e194755be8c483d"/>
  </p:notesMasterIdLst>
  <p:sldIdLst>
    <p:sldId xmlns:r="http://schemas.openxmlformats.org/officeDocument/2006/relationships" id="256" r:id="Ra118ca298ff6431f"/>
    <p:sldId xmlns:r="http://schemas.openxmlformats.org/officeDocument/2006/relationships" id="257" r:id="Rf5f98ba014dd4ca7"/>
    <p:sldId xmlns:r="http://schemas.openxmlformats.org/officeDocument/2006/relationships" id="258" r:id="R934d82369bc54b07"/>
    <p:sldId xmlns:r="http://schemas.openxmlformats.org/officeDocument/2006/relationships" id="259" r:id="R3f0cb134592d4aad"/>
    <p:sldId xmlns:r="http://schemas.openxmlformats.org/officeDocument/2006/relationships" id="260" r:id="R3954b47d1dc449dc"/>
    <p:sldId xmlns:r="http://schemas.openxmlformats.org/officeDocument/2006/relationships" id="261" r:id="Re4289d97c74d4514"/>
    <p:sldId xmlns:r="http://schemas.openxmlformats.org/officeDocument/2006/relationships" id="262" r:id="R3ebe3699f0d546ec"/>
    <p:sldId xmlns:r="http://schemas.openxmlformats.org/officeDocument/2006/relationships" id="263" r:id="Rd07e7de8291740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1d72e8639947d8" /><Relationship Type="http://schemas.openxmlformats.org/officeDocument/2006/relationships/slideMaster" Target="/ppt/slideMasters/slideMaster1.xml" Id="R4b8c8ea26b16446a" /><Relationship Type="http://schemas.openxmlformats.org/officeDocument/2006/relationships/notesMaster" Target="/ppt/notesMasters/notesMaster1.xml" Id="R6e194755be8c483d" /><Relationship Type="http://schemas.openxmlformats.org/officeDocument/2006/relationships/presProps" Target="/ppt/presProps.xml" Id="R0c77944fd23b42c7" /><Relationship Type="http://schemas.openxmlformats.org/officeDocument/2006/relationships/tableStyles" Target="/ppt/tableStyles.xml" Id="R273479652ae9413c" /><Relationship Type="http://schemas.openxmlformats.org/officeDocument/2006/relationships/slide" Target="/ppt/slides/slide1.xml" Id="Ra118ca298ff6431f" /><Relationship Type="http://schemas.openxmlformats.org/officeDocument/2006/relationships/slide" Target="/ppt/slides/slide2.xml" Id="Rf5f98ba014dd4ca7" /><Relationship Type="http://schemas.openxmlformats.org/officeDocument/2006/relationships/slide" Target="/ppt/slides/slide3.xml" Id="R934d82369bc54b07" /><Relationship Type="http://schemas.openxmlformats.org/officeDocument/2006/relationships/slide" Target="/ppt/slides/slide4.xml" Id="R3f0cb134592d4aad" /><Relationship Type="http://schemas.openxmlformats.org/officeDocument/2006/relationships/slide" Target="/ppt/slides/slide5.xml" Id="R3954b47d1dc449dc" /><Relationship Type="http://schemas.openxmlformats.org/officeDocument/2006/relationships/slide" Target="/ppt/slides/slide6.xml" Id="Re4289d97c74d4514" /><Relationship Type="http://schemas.openxmlformats.org/officeDocument/2006/relationships/slide" Target="/ppt/slides/slide7.xml" Id="R3ebe3699f0d546ec" /><Relationship Type="http://schemas.openxmlformats.org/officeDocument/2006/relationships/slide" Target="/ppt/slides/slide8.xml" Id="Rd07e7de8291740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b61e2a062e40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fff87c03a84718" /><Relationship Type="http://schemas.openxmlformats.org/officeDocument/2006/relationships/notesMaster" Target="/ppt/notesMasters/notesMaster1.xml" Id="R3ba2c3b4b3fd4b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14aeacb1714228" /><Relationship Type="http://schemas.openxmlformats.org/officeDocument/2006/relationships/notesMaster" Target="/ppt/notesMasters/notesMaster1.xml" Id="R890547f06b5642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b765f0d4ba40f6" /><Relationship Type="http://schemas.openxmlformats.org/officeDocument/2006/relationships/notesMaster" Target="/ppt/notesMasters/notesMaster1.xml" Id="R36a23bc4e6f84b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43fd79562d4d97" /><Relationship Type="http://schemas.openxmlformats.org/officeDocument/2006/relationships/notesMaster" Target="/ppt/notesMasters/notesMaster1.xml" Id="R48159cad78194b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799c1e11264ae7" /><Relationship Type="http://schemas.openxmlformats.org/officeDocument/2006/relationships/notesMaster" Target="/ppt/notesMasters/notesMaster1.xml" Id="R52b75ee77dff47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70ceee3727457c" /><Relationship Type="http://schemas.openxmlformats.org/officeDocument/2006/relationships/notesMaster" Target="/ppt/notesMasters/notesMaster1.xml" Id="Rf8713718937147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511508d84b4faf" /><Relationship Type="http://schemas.openxmlformats.org/officeDocument/2006/relationships/notesMaster" Target="/ppt/notesMasters/notesMaster1.xml" Id="R2d7199afe6df48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abbfedc79042d2" /><Relationship Type="http://schemas.openxmlformats.org/officeDocument/2006/relationships/notesMaster" Target="/ppt/notesMasters/notesMaster1.xml" Id="Rc5d294e8e40846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任务采购与费用凭证。2026-09-27 原型状态：真实链上数据已接入；付款由确定性签名者执行。模型适配器未配置，Fuji 结算等待测试 AVAX。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目标用户：多 Agent 工作流开发者。需求尚未经过客户访谈验证，不宣称付费用户。首个用例：Avalanche 合约活动简报。数据统计由确定性程序执行，非模型自主研究。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实现：lib/procurement.ts、app/api/fulfill/route.ts。订单 ID 绑定报告、服务、金库、结算链与任务编号；创建新任务并不是同一订单。服务为自建测试服务，使用无价值 DemoUSD，不宣称商业采购。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来源：public/evidence/research-example.json。官方 RPC https://api.avax.network/ext/bc/C/rpc。合约 0xB97EF9Ef8734C71904D8002F8b6Bc66Dd9c48a6E。区块 96253650–96253745。样本时间 2026-09-27T10:39:17Z–2026-09-27T10:41:18Z。两次读取来自同一 RPC，非独立审计。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来源：public/evidence/procurement-local.json。npm run demo:procurement。真实 Solidity 合约在本地 Hardhat EVM chain ID 31337 执行。真实数据来自 Avalanche，但以下结算不是 Fuji 交易。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来源：public/evidence/contract-tests.json，2026-09-27T10:50:04.199Z；tests/procurement.test.ts。31 项合约测试及 20 项应用/采购回归测试。不是独立安全审计，不证明覆盖全部攻击。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官方活动：https://build.avax.network/events/093982ed-7037-4765-a066-56a5d3cff8cb 。真实数据使用 Avalanche 官方 RPC。Fuji 部署状态见 public/evidence/fuji-deployment.json。2026-09-27 查询部署地址余额仍为 0，未部署。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竞品依据：MetaMask Delegation Toolkit 官方文档已提供链式委托及下游失效，Coinbase Agentic Wallets 已提供支出限额。本项目不宣称协议首创。当前没有用户试用或商业化证据。未来验证真实工作流与接入成本。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ae8a0a6b9942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b1e62d5aef4d1d" /><Relationship Type="http://schemas.openxmlformats.org/officeDocument/2006/relationships/slideLayout" Target="/ppt/slideLayouts/slideLayout1.xml" Id="R7bd1919801d745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d1919801d745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dcd0fb4874a0c" /><Relationship Type="http://schemas.openxmlformats.org/officeDocument/2006/relationships/notesSlide" Target="/ppt/notesSlides/notesSlide1.xml" Id="R692f08ccf1d84b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c8ca9890c4dee" /><Relationship Type="http://schemas.openxmlformats.org/officeDocument/2006/relationships/notesSlide" Target="/ppt/notesSlides/notesSlide2.xml" Id="R571384a73d474b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1565c591d4fa8" /><Relationship Type="http://schemas.openxmlformats.org/officeDocument/2006/relationships/notesSlide" Target="/ppt/notesSlides/notesSlide3.xml" Id="R61eec69356c041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8d138ef674864" /><Relationship Type="http://schemas.openxmlformats.org/officeDocument/2006/relationships/notesSlide" Target="/ppt/notesSlides/notesSlide4.xml" Id="R001aa59d400349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539135db14a81" /><Relationship Type="http://schemas.openxmlformats.org/officeDocument/2006/relationships/notesSlide" Target="/ppt/notesSlides/notesSlide5.xml" Id="Ra5626f78d8bf47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4143a0d424a79" /><Relationship Type="http://schemas.openxmlformats.org/officeDocument/2006/relationships/notesSlide" Target="/ppt/notesSlides/notesSlide6.xml" Id="R36d75c7c570140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ec7da4a1b47f9" /><Relationship Type="http://schemas.openxmlformats.org/officeDocument/2006/relationships/notesSlide" Target="/ppt/notesSlides/notesSlide7.xml" Id="R6c9754eb4eac42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f28cb0e294c96" /><Relationship Type="http://schemas.openxmlformats.org/officeDocument/2006/relationships/notesSlide" Target="/ppt/notesSlides/notesSlide8.xml" Id="R88b3833fb7dd4b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EE30C-0A24-48C0-AE03-E168CFFC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MissionGuard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D2ABF-B096-4E7C-94D7-4A2EA31E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AI 任务采购与费用凭证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96500-546B-47EA-9BF8-3A596D4E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一份任务结果</a:t>
            </a:r>
          </a:p>
          <a:p xmlns:a="http://schemas.openxmlformats.org/drawingml/2006/main">
            <a:pPr>
              <a:defRPr sz="28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对应一份可以核对的服务账单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C3299-164E-45D0-8312-2C9DE0DF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Avalanche Buildathon 2026 · 原型演示</a:t>
            </a:r>
          </a:p>
        </p:txBody>
      </p:sp>
    </p:spTree>
    <p:extLst>
      <p:ext uri="{BB962C8B-B14F-4D97-AF65-F5344CB8AC3E}">
        <p14:creationId xmlns:p14="http://schemas.microsoft.com/office/powerpoint/2010/main" val="11646216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A755B-3CBF-4F1E-A2E8-7F858AD2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研究结果与花费需要对应起来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6D9E6-FF1C-4FA9-BB86-4FFB3402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任务：生成 Avalanche 合约活动简报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6C65E-9F8D-47C0-8780-E3423610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0820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数据采集交付了什么？</a:t>
            </a:r>
          </a:p>
          <a:p xmlns:a="http://schemas.openxmlformats.org/drawingml/2006/main">
            <a:pPr>
              <a:defRPr sz="262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重复请求有没有再次扣款？</a:t>
            </a:r>
          </a:p>
          <a:p xmlns:a="http://schemas.openxmlformats.org/drawingml/2006/main">
            <a:pPr>
              <a:defRPr sz="262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停止一个分支后，其他工作能否继续？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81752-A694-433C-83EB-4DC28DA6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同一工作台记录报告、订单和授权边界</a:t>
            </a:r>
          </a:p>
        </p:txBody>
      </p:sp>
    </p:spTree>
    <p:extLst>
      <p:ext uri="{BB962C8B-B14F-4D97-AF65-F5344CB8AC3E}">
        <p14:creationId xmlns:p14="http://schemas.microsoft.com/office/powerpoint/2010/main" val="13037673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829A3-45F8-4A8F-89C3-EF57A322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任务与服务订单的对应关系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191000"/>
                <a:gridCol w="3771900"/>
              </a:tblGrid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7BECB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91440" marR="91440" marT="45720" marB="45720">
                    <a:solidFill>
                      <a:srgbClr val="1A3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7BECB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绑定内容</a:t>
                      </a:r>
                    </a:p>
                  </a:txBody>
                  <a:tcPr marL="91440" marR="91440" marT="45720" marB="45720">
                    <a:solidFill>
                      <a:srgbClr val="1A3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7BECB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用户可检查</a:t>
                      </a:r>
                    </a:p>
                  </a:txBody>
                  <a:tcPr marL="91440" marR="91440" marT="45720" marB="45720">
                    <a:solidFill>
                      <a:srgbClr val="1A302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任务报告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合约与固定区块范围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来源及数据哈希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服务订单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任务、服务与金库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精确金额及收款方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交付凭证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成功付款与报告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结果获取可重试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71520-E1C8-44E6-8518-CC2A9D70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免费预览与测试网结算分别标明</a:t>
            </a:r>
          </a:p>
        </p:txBody>
      </p:sp>
    </p:spTree>
    <p:extLst>
      <p:ext uri="{BB962C8B-B14F-4D97-AF65-F5344CB8AC3E}">
        <p14:creationId xmlns:p14="http://schemas.microsoft.com/office/powerpoint/2010/main" val="21001074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230427-01BB-4824-90B3-100A8DB6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真实 Avalanche 数据已经接入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BF976-2569-4F39-BF75-D78C625E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428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25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25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161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3EAC6-F1AC-497B-94B6-263DABDE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条合约事件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3D02E1-C54E-4D1A-86C2-6FDBACFB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28800"/>
            <a:ext cx="428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25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25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85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9B3DE-ED31-42B8-B379-63AB0DA3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290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笔涉及的不同交易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2002C-BE09-456D-B313-E3936EBF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96 个区块 · 样本采集于 2026-09-27</a:t>
            </a:r>
          </a:p>
          <a:p xmlns:a="http://schemas.openxmlformats.org/drawingml/2006/main">
            <a:pPr>
              <a:def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统计不代表全部调用量、用户数或交易额</a:t>
            </a:r>
          </a:p>
        </p:txBody>
      </p:sp>
    </p:spTree>
    <p:extLst>
      <p:ext uri="{BB962C8B-B14F-4D97-AF65-F5344CB8AC3E}">
        <p14:creationId xmlns:p14="http://schemas.microsoft.com/office/powerpoint/2010/main" val="9444155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6C5EF-78B8-4122-BF4D-60152E51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本地采购流程验证了付款与退款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190750"/>
                <a:gridCol w="4438650"/>
              </a:tblGrid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7BECB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>
                    <a:solidFill>
                      <a:srgbClr val="1A3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7BECB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DemoUSD</a:t>
                      </a:r>
                    </a:p>
                  </a:txBody>
                  <a:tcPr marL="91440" marR="91440" marT="45720" marB="45720">
                    <a:solidFill>
                      <a:srgbClr val="1A3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7BECB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验证结果</a:t>
                      </a:r>
                    </a:p>
                  </a:txBody>
                  <a:tcPr marL="91440" marR="91440" marT="45720" marB="45720">
                    <a:solidFill>
                      <a:srgbClr val="1A302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任务托管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10.00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 ID 与预算绑定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采集及核对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2.00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重复订单不能再扣款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任务结束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8.00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剩余金额退回所有者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7402B-3C25-420F-AE17-9FA55D63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撤销研究分支后，独立核对分支仍可付款</a:t>
            </a:r>
          </a:p>
        </p:txBody>
      </p:sp>
    </p:spTree>
    <p:extLst>
      <p:ext uri="{BB962C8B-B14F-4D97-AF65-F5344CB8AC3E}">
        <p14:creationId xmlns:p14="http://schemas.microsoft.com/office/powerpoint/2010/main" val="7876415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D3FF6-6472-4D0F-BE13-E2E2CFE5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资金规则与失败处理有可复查证据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22468-BD55-45E2-9A6A-31BE3145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1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85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1DC8E-F2A8-40D3-A09F-E9164167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项合约测试通过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265A2-4C40-4CFE-AE16-9082F583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5334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共享预算与同块竞争</a:t>
            </a:r>
          </a:p>
          <a:p xmlns:a="http://schemas.openxmlformats.org/drawingml/2006/main">
            <a:pPr>
              <a:def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子级授权及撤销</a:t>
            </a:r>
          </a:p>
          <a:p xmlns:a="http://schemas.openxmlformats.org/drawingml/2006/main">
            <a:pPr>
              <a:def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重放保护与资金守恒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4CF11-70D6-416D-9B09-B5FFBF03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14875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RPC 超时会显示验证失败</a:t>
            </a:r>
          </a:p>
          <a:p xmlns:a="http://schemas.openxmlformats.org/drawingml/2006/main">
            <a:pPr>
              <a:defRPr sz="217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不会被算作成功拦截</a:t>
            </a:r>
          </a:p>
        </p:txBody>
      </p:sp>
    </p:spTree>
    <p:extLst>
      <p:ext uri="{BB962C8B-B14F-4D97-AF65-F5344CB8AC3E}">
        <p14:creationId xmlns:p14="http://schemas.microsoft.com/office/powerpoint/2010/main" val="9460166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4910D-1C82-46B9-A115-13572471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Avalanche 集成与当前状态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04FEE-70C4-4AC5-B8A2-B1C510BF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已完成：公开链数据与固定区块复核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EE481-C4BA-42C6-8F14-03DB4EBA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820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网页已接入 Fuji 钱包操作和订单恢复。</a:t>
            </a:r>
          </a:p>
          <a:p xmlns:a="http://schemas.openxmlformats.org/drawingml/2006/main">
            <a:pPr>
              <a:defRPr sz="247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链上结算需补齐真实部署、付款及退款回执。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E9B48-E8CF-4D4B-B907-8FC0B7B2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待完成：测试 AVAX、真实模型调用</a:t>
            </a:r>
          </a:p>
          <a:p xmlns:a="http://schemas.openxmlformats.org/drawingml/2006/main">
            <a:pPr>
              <a:def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报名与公开提交由参赛者确认</a:t>
            </a:r>
          </a:p>
        </p:txBody>
      </p:sp>
    </p:spTree>
    <p:extLst>
      <p:ext uri="{BB962C8B-B14F-4D97-AF65-F5344CB8AC3E}">
        <p14:creationId xmlns:p14="http://schemas.microsoft.com/office/powerpoint/2010/main" val="12918701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E9AA4-5152-4476-8219-2A038210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产品价值取决于完整任务的可用性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28291-EC11-4001-A3D0-04F87F6C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结果可查看，费用可核对，失败可恢复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AB485-3AC4-48BE-95DE-27A94EBC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下一步请开发者完成一次实际接入，</a:t>
            </a:r>
          </a:p>
          <a:p xmlns:a="http://schemas.openxmlformats.org/drawingml/2006/main">
            <a:pPr>
              <a:defRPr sz="247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验证任务预算与费用凭证是否减少排错成本。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AC303-5179-4EA5-8CC7-EB188280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边界：不保证服务质量，不撤回已确认付款。</a:t>
            </a:r>
          </a:p>
          <a:p xmlns:a="http://schemas.openxmlformats.org/drawingml/2006/main">
            <a:pPr>
              <a:defRPr sz="202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自定义 EIP-712 结算，尚未实现 x402。</a:t>
            </a:r>
          </a:p>
        </p:txBody>
      </p:sp>
    </p:spTree>
    <p:extLst>
      <p:ext uri="{BB962C8B-B14F-4D97-AF65-F5344CB8AC3E}">
        <p14:creationId xmlns:p14="http://schemas.microsoft.com/office/powerpoint/2010/main" val="20826155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2026-09-27T10:52:08.9970000Z</dcterms:created>
  <dcterms:modified xsi:type="dcterms:W3CDTF">2026-09-27T10:52:08.9970000Z</dcterms:modified>
</coreProperties>
</file>