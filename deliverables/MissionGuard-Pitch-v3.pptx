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efa4feb6b34e3b" /><Relationship Type="http://schemas.openxmlformats.org/officeDocument/2006/relationships/extended-properties" Target="/docProps/app.xml" Id="R0fcb98bf0d184b0c" /><Relationship Type="http://schemas.openxmlformats.org/officeDocument/2006/relationships/officeDocument" Target="/ppt/presentation.xml" Id="R936615067549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bdadf3a1b349a3"/>
  </p:sldMasterIdLst>
  <p:notesMasterIdLst>
    <p:notesMasterId xmlns:r="http://schemas.openxmlformats.org/officeDocument/2006/relationships" r:id="R15b5ec8109ec4479"/>
  </p:notesMasterIdLst>
  <p:sldIdLst>
    <p:sldId xmlns:r="http://schemas.openxmlformats.org/officeDocument/2006/relationships" id="256" r:id="R07e07d84dea14c6d"/>
    <p:sldId xmlns:r="http://schemas.openxmlformats.org/officeDocument/2006/relationships" id="257" r:id="R3cf3acefc0974d5f"/>
    <p:sldId xmlns:r="http://schemas.openxmlformats.org/officeDocument/2006/relationships" id="258" r:id="R7f07f5ee3c8e4fd4"/>
    <p:sldId xmlns:r="http://schemas.openxmlformats.org/officeDocument/2006/relationships" id="259" r:id="R8447d01794e54865"/>
    <p:sldId xmlns:r="http://schemas.openxmlformats.org/officeDocument/2006/relationships" id="260" r:id="R65212b125f604753"/>
    <p:sldId xmlns:r="http://schemas.openxmlformats.org/officeDocument/2006/relationships" id="261" r:id="Re19885b4896144f6"/>
    <p:sldId xmlns:r="http://schemas.openxmlformats.org/officeDocument/2006/relationships" id="262" r:id="Rc54a001873484de1"/>
    <p:sldId xmlns:r="http://schemas.openxmlformats.org/officeDocument/2006/relationships" id="263" r:id="R909bccbb34f2421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25ca71145345b2" /><Relationship Type="http://schemas.openxmlformats.org/officeDocument/2006/relationships/slideMaster" Target="/ppt/slideMasters/slideMaster1.xml" Id="R95bdadf3a1b349a3" /><Relationship Type="http://schemas.openxmlformats.org/officeDocument/2006/relationships/notesMaster" Target="/ppt/notesMasters/notesMaster1.xml" Id="R15b5ec8109ec4479" /><Relationship Type="http://schemas.openxmlformats.org/officeDocument/2006/relationships/presProps" Target="/ppt/presProps.xml" Id="R326ffef96a3040d8" /><Relationship Type="http://schemas.openxmlformats.org/officeDocument/2006/relationships/tableStyles" Target="/ppt/tableStyles.xml" Id="R2a05e537eb4d451d" /><Relationship Type="http://schemas.openxmlformats.org/officeDocument/2006/relationships/slide" Target="/ppt/slides/slide1.xml" Id="R07e07d84dea14c6d" /><Relationship Type="http://schemas.openxmlformats.org/officeDocument/2006/relationships/slide" Target="/ppt/slides/slide2.xml" Id="R3cf3acefc0974d5f" /><Relationship Type="http://schemas.openxmlformats.org/officeDocument/2006/relationships/slide" Target="/ppt/slides/slide3.xml" Id="R7f07f5ee3c8e4fd4" /><Relationship Type="http://schemas.openxmlformats.org/officeDocument/2006/relationships/slide" Target="/ppt/slides/slide4.xml" Id="R8447d01794e54865" /><Relationship Type="http://schemas.openxmlformats.org/officeDocument/2006/relationships/slide" Target="/ppt/slides/slide5.xml" Id="R65212b125f604753" /><Relationship Type="http://schemas.openxmlformats.org/officeDocument/2006/relationships/slide" Target="/ppt/slides/slide6.xml" Id="Re19885b4896144f6" /><Relationship Type="http://schemas.openxmlformats.org/officeDocument/2006/relationships/slide" Target="/ppt/slides/slide7.xml" Id="Rc54a001873484de1" /><Relationship Type="http://schemas.openxmlformats.org/officeDocument/2006/relationships/slide" Target="/ppt/slides/slide8.xml" Id="R909bccbb34f2421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b5d89c960d45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ac606f356742da" /><Relationship Type="http://schemas.openxmlformats.org/officeDocument/2006/relationships/notesMaster" Target="/ppt/notesMasters/notesMaster1.xml" Id="R3f41983c080e4d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ead1addad04103" /><Relationship Type="http://schemas.openxmlformats.org/officeDocument/2006/relationships/notesMaster" Target="/ppt/notesMasters/notesMaster1.xml" Id="R66517cbecdb64a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63c4eacd344a7a" /><Relationship Type="http://schemas.openxmlformats.org/officeDocument/2006/relationships/notesMaster" Target="/ppt/notesMasters/notesMaster1.xml" Id="R4d11af9992774b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b16ffafad04c85" /><Relationship Type="http://schemas.openxmlformats.org/officeDocument/2006/relationships/notesMaster" Target="/ppt/notesMasters/notesMaster1.xml" Id="Ra1b4c147b2bc4d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0a2eda2e204b75" /><Relationship Type="http://schemas.openxmlformats.org/officeDocument/2006/relationships/notesMaster" Target="/ppt/notesMasters/notesMaster1.xml" Id="R99d4a9380f89435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75de98550f4a6c" /><Relationship Type="http://schemas.openxmlformats.org/officeDocument/2006/relationships/notesMaster" Target="/ppt/notesMasters/notesMaster1.xml" Id="R4969058b928b4c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a951715c6a4667" /><Relationship Type="http://schemas.openxmlformats.org/officeDocument/2006/relationships/notesMaster" Target="/ppt/notesMasters/notesMaster1.xml" Id="R629fc3e0c9c8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81623704a145f9" /><Relationship Type="http://schemas.openxmlformats.org/officeDocument/2006/relationships/notesMaster" Target="/ppt/notesMasters/notesMaster1.xml" Id="R58f4aeec68704a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任务采购与费用凭证。2026-09-28 原型状态：真实链上数据及 Fuji 采购已验证。12 笔交易确认，2 DemoUSD 支付、8 退款。模型适配器仍未配置。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目标用户：多 Agent 工作流开发者。需求尚未经过客户访谈验证，不宣称付费用户。首个用例：Avalanche 合约活动简报。数据统计由确定性程序执行，非模型自主研究。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实现：lib/procurement.ts、app/api/fulfill/route.ts。订单 ID 绑定报告、服务、金库、结算链与任务编号；创建新任务并不是同一订单。服务为自建测试服务，使用无价值 DemoUSD，不宣称商业采购。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来源：public/evidence/research-example.json。官方 RPC https://api.avax.network/ext/bc/C/rpc。合约 0xB97EF9Ef8734C71904D8002F8b6Bc66Dd9c48a6E。区块 96253650–96253745。样本时间 2026-09-27T10:39:17Z–2026-09-27T10:41:18Z。两次读取来自同一 RPC，非独立审计。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来源：public/evidence/procurement-fuji.json，2026-09-28。Fuji chain ID 43113，任务 #1，12 笔成功交易。金库 0x250084921Ccc6D1b8f998B533b3477591291d94E。退款 https://testnet.snowtrace.io/tx/0xec6f92f59b07a29a76c6ed12daedf5afbc453d6a8fe63aabb25a88c2bcf987e8 。重复订单和撤销子级拒绝来自只读模拟，不是已广播失败交易。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来源：public/evidence/contract-tests.json，2026-09-27T10:50:04.199Z；tests/procurement.test.ts。31 项合约测试及 20 项应用/采购回归测试。不是独立安全审计，不证明覆盖全部攻击。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官方活动：https://build.avax.network/events/093982ed-7037-4765-a066-56a5d3cff8cb 。真实数据使用 Avalanche 官方 RPC。Fuji 部署状态见 public/evidence/fuji-deployment.json。2026-09-28 已部署并完成任务 #1。npm run verify:fuji 已逐笔回查 12 个成功回执并核对当前任务余额。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竞品依据：MetaMask Delegation Toolkit 官方文档已提供链式委托及下游失效，Coinbase Agentic Wallets 已提供支出限额。本项目不宣称协议首创。当前没有用户试用或商业化证据。未来验证真实工作流与接入成本。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276ca632af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7d634f01fc4597" /><Relationship Type="http://schemas.openxmlformats.org/officeDocument/2006/relationships/slideLayout" Target="/ppt/slideLayouts/slideLayout1.xml" Id="Ra2befd2cccd146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befd2cccd146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e300fb6174d50" /><Relationship Type="http://schemas.openxmlformats.org/officeDocument/2006/relationships/notesSlide" Target="/ppt/notesSlides/notesSlide1.xml" Id="R7a785dc878f24e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5afb3f5dc409c" /><Relationship Type="http://schemas.openxmlformats.org/officeDocument/2006/relationships/notesSlide" Target="/ppt/notesSlides/notesSlide2.xml" Id="Rf683fe55e84249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983680ba554585" /><Relationship Type="http://schemas.openxmlformats.org/officeDocument/2006/relationships/notesSlide" Target="/ppt/notesSlides/notesSlide3.xml" Id="Rcf774f8aa5e141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50e95c4e446c3" /><Relationship Type="http://schemas.openxmlformats.org/officeDocument/2006/relationships/notesSlide" Target="/ppt/notesSlides/notesSlide4.xml" Id="R50f494be11d74c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be58bc0ce4b27" /><Relationship Type="http://schemas.openxmlformats.org/officeDocument/2006/relationships/notesSlide" Target="/ppt/notesSlides/notesSlide5.xml" Id="R84d774f65d8248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7322708cb4bcd" /><Relationship Type="http://schemas.openxmlformats.org/officeDocument/2006/relationships/notesSlide" Target="/ppt/notesSlides/notesSlide6.xml" Id="R071628320d6e40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aa2a6debf64bfb" /><Relationship Type="http://schemas.openxmlformats.org/officeDocument/2006/relationships/notesSlide" Target="/ppt/notesSlides/notesSlide7.xml" Id="R14f899a3b1184a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ca64422f941f1" /><Relationship Type="http://schemas.openxmlformats.org/officeDocument/2006/relationships/notesSlide" Target="/ppt/notesSlides/notesSlide8.xml" Id="R2c5f581c325a4c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10B16-AC83-436A-8686-B141046B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MissionGuard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D3824-408F-4B17-BB60-1A1AE4CB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AI 任务采购与费用凭证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7C1B6-A3F9-4F04-846B-E29A4B831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820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一份任务结果</a:t>
            </a:r>
          </a:p>
          <a:p xmlns:a="http://schemas.openxmlformats.org/drawingml/2006/main">
            <a:pPr>
              <a:def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对应一份可以核对的服务账单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A3DDA-6217-4FB7-A75B-F7EDEB8F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108204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Avalanche Buildathon 2026 · 原型演示</a:t>
            </a:r>
          </a:p>
        </p:txBody>
      </p:sp>
    </p:spTree>
    <p:extLst>
      <p:ext uri="{BB962C8B-B14F-4D97-AF65-F5344CB8AC3E}">
        <p14:creationId xmlns:p14="http://schemas.microsoft.com/office/powerpoint/2010/main" val="941235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B38263-8919-4C27-8028-96136131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研究结果与花费需要对应起来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3F066-8D20-434E-AAC0-280D83BB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任务：生成 Avalanche 合约活动简报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F171C0-F6F0-44FC-AAE0-218D21B8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8204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数据采集交付了什么？</a:t>
            </a:r>
          </a:p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重复请求有没有再次扣款？</a:t>
            </a:r>
          </a:p>
          <a:p xmlns:a="http://schemas.openxmlformats.org/drawingml/2006/main">
            <a:pPr>
              <a:def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停止一个分支后，其他工作能否继续？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5C5629-87B9-40E3-9D4A-50FF3B4B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同一工作台记录报告、订单和授权边界</a:t>
            </a:r>
          </a:p>
        </p:txBody>
      </p:sp>
    </p:spTree>
    <p:extLst>
      <p:ext uri="{BB962C8B-B14F-4D97-AF65-F5344CB8AC3E}">
        <p14:creationId xmlns:p14="http://schemas.microsoft.com/office/powerpoint/2010/main" val="2093279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E9E7DF-B932-4455-A4F4-123BD8C0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任务与服务订单的对应关系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191000"/>
                <a:gridCol w="377190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绑定内容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用户可检查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合约与固定区块范围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来源及数据哈希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服务订单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任务、服务与金库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精确金额及收款方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交付凭证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成功付款与报告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结果获取可重试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24DC86-003B-4A01-A54D-BDE544AB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免费预览与测试网结算分别标明</a:t>
            </a:r>
          </a:p>
        </p:txBody>
      </p:sp>
    </p:spTree>
    <p:extLst>
      <p:ext uri="{BB962C8B-B14F-4D97-AF65-F5344CB8AC3E}">
        <p14:creationId xmlns:p14="http://schemas.microsoft.com/office/powerpoint/2010/main" val="16447854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2E058-F98E-4FF4-B795-69D389C74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真实 Avalanche 数据已经接入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E09E4-D1D3-4762-A95E-F0E461072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161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0A3495-7792-4B76-846C-73537834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条合约事件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5C59A-E6D6-49FB-835C-085D8130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F7C47C-557B-4850-9B68-EF6C8409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4290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笔涉及的不同交易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8AEACF-A9DB-4C02-9D9F-68A6F50B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96 个区块 · 样本采集于 2026-09-27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统计不代表全部调用量、用户数或交易额</a:t>
            </a:r>
          </a:p>
        </p:txBody>
      </p:sp>
    </p:spTree>
    <p:extLst>
      <p:ext uri="{BB962C8B-B14F-4D97-AF65-F5344CB8AC3E}">
        <p14:creationId xmlns:p14="http://schemas.microsoft.com/office/powerpoint/2010/main" val="1831235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6D7214-8EC1-4DB4-826C-5B7F73E3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Fuji 已完成采购付款与退款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2190750"/>
                <a:gridCol w="4438650"/>
              </a:tblGrid>
              <a:tr h="7239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DemoUSD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7BECB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验证结果</a:t>
                      </a:r>
                    </a:p>
                  </a:txBody>
                  <a:tcPr marL="91440" marR="91440" marT="45720" marB="45720">
                    <a:solidFill>
                      <a:srgbClr val="1A302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任务托管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 ID 与预算绑定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采集及核对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重复订单不能再扣款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任务结束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8.00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EAF3E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剩余金额退回所有者</a:t>
                      </a:r>
                    </a:p>
                  </a:txBody>
                  <a:tcPr marL="91440" marR="91440" marT="45720" marB="45720">
                    <a:solidFill>
                      <a:srgbClr val="0D1717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D5F12-60A3-4A0B-9750-FA957057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撤销研究分支后，独立核对分支仍可付款</a:t>
            </a:r>
          </a:p>
        </p:txBody>
      </p:sp>
    </p:spTree>
    <p:extLst>
      <p:ext uri="{BB962C8B-B14F-4D97-AF65-F5344CB8AC3E}">
        <p14:creationId xmlns:p14="http://schemas.microsoft.com/office/powerpoint/2010/main" val="776904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3A087-3C16-4102-91E2-F9BFCC45F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资金规则与失败处理有可复查证据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B7566-751F-4EF8-9DAC-BFE82814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810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E7392-AB95-459B-A706-312F2F892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项合约测试通过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BB4A0-B928-4955-8EE0-80F764BB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5334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共享预算与同块竞争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子级授权及撤销</a:t>
            </a:r>
          </a:p>
          <a:p xmlns:a="http://schemas.openxmlformats.org/drawingml/2006/main">
            <a:pPr>
              <a:def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重放保护与资金守恒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5CBE2-9778-48EB-B89A-EBF35C070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14875"/>
            <a:ext cx="533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RPC 超时会显示验证失败</a:t>
            </a:r>
          </a:p>
          <a:p xmlns:a="http://schemas.openxmlformats.org/drawingml/2006/main">
            <a:pPr>
              <a:def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不会被算作成功拦截</a:t>
            </a:r>
          </a:p>
        </p:txBody>
      </p:sp>
    </p:spTree>
    <p:extLst>
      <p:ext uri="{BB962C8B-B14F-4D97-AF65-F5344CB8AC3E}">
        <p14:creationId xmlns:p14="http://schemas.microsoft.com/office/powerpoint/2010/main" val="14480491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911D1-C463-4E34-9A00-40ECD444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Avalanche 集成与当前状态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9556E-DE45-4998-8FF8-872DD161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已完成：真实数据与 Fuji 采购回执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B474E-B00C-4F66-9D77-694C0134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8204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12 笔真实测试交易，付款与退款可回查。</a:t>
            </a:r>
          </a:p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广播前留存交易，重试复用同一笔签名。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49F6C-6DB3-4D73-8D7F-880EAC01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待完成：真实模型、浏览器验收与录像</a:t>
            </a:r>
          </a:p>
          <a:p xmlns:a="http://schemas.openxmlformats.org/drawingml/2006/main">
            <a:pPr>
              <a:def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报名与评委访问权限由参赛者确认</a:t>
            </a:r>
          </a:p>
        </p:txBody>
      </p:sp>
    </p:spTree>
    <p:extLst>
      <p:ext uri="{BB962C8B-B14F-4D97-AF65-F5344CB8AC3E}">
        <p14:creationId xmlns:p14="http://schemas.microsoft.com/office/powerpoint/2010/main" val="18867138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17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BDD787-1ACE-42B6-A819-55DEED72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产品价值取决于完整任务的可用性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8DBB35-AFDD-46D4-8C49-2B317C1F3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7BECBF"/>
                </a:solidFill>
                <a:latin typeface="Microsoft YaHei"/>
                <a:ea typeface="Microsoft YaHei"/>
                <a:cs typeface="Microsoft YaHei"/>
              </a:rPr>
              <a:t>结果可查看，费用可核对，失败可恢复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F90E4F-CA21-446C-90B2-8A966F32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下一步请开发者完成一次实际接入，</a:t>
            </a:r>
          </a:p>
          <a:p xmlns:a="http://schemas.openxmlformats.org/drawingml/2006/main">
            <a:pPr>
              <a:def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EAF3EE"/>
                </a:solidFill>
                <a:latin typeface="Microsoft YaHei"/>
                <a:ea typeface="Microsoft YaHei"/>
                <a:cs typeface="Microsoft YaHei"/>
              </a:rPr>
              <a:t>验证任务预算与费用凭证是否减少排错成本。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D1503-D6F1-4B03-9858-16B01649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边界：不保证服务质量，不撤回已确认付款。</a:t>
            </a:r>
          </a:p>
          <a:p xmlns:a="http://schemas.openxmlformats.org/drawingml/2006/main">
            <a:pPr>
              <a:def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CBCB5"/>
                </a:solidFill>
                <a:latin typeface="Microsoft YaHei"/>
                <a:ea typeface="Microsoft YaHei"/>
                <a:cs typeface="Microsoft YaHei"/>
              </a:rPr>
              <a:t>自定义 EIP-712 结算，尚未实现 x402。</a:t>
            </a:r>
          </a:p>
        </p:txBody>
      </p:sp>
    </p:spTree>
    <p:extLst>
      <p:ext uri="{BB962C8B-B14F-4D97-AF65-F5344CB8AC3E}">
        <p14:creationId xmlns:p14="http://schemas.microsoft.com/office/powerpoint/2010/main" val="2051500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2026-09-28T12:17:50.0710000Z</dcterms:created>
  <dcterms:modified xsi:type="dcterms:W3CDTF">2026-09-28T12:17:50.0710000Z</dcterms:modified>
</coreProperties>
</file>