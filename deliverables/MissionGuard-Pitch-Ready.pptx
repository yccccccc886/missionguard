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972ac2d9334aa2" /><Relationship Type="http://schemas.openxmlformats.org/officeDocument/2006/relationships/extended-properties" Target="/docProps/app.xml" Id="R9bdcaa8c1feb4394" /><Relationship Type="http://schemas.openxmlformats.org/officeDocument/2006/relationships/officeDocument" Target="/ppt/presentation.xml" Id="R6fa473ddebb146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6e97e3019542b2"/>
  </p:sldMasterIdLst>
  <p:notesMasterIdLst>
    <p:notesMasterId xmlns:r="http://schemas.openxmlformats.org/officeDocument/2006/relationships" r:id="R62183a7cd5c84b97"/>
  </p:notesMasterIdLst>
  <p:sldIdLst>
    <p:sldId xmlns:r="http://schemas.openxmlformats.org/officeDocument/2006/relationships" id="256" r:id="Rc811e186a584479d"/>
    <p:sldId xmlns:r="http://schemas.openxmlformats.org/officeDocument/2006/relationships" id="257" r:id="R8f8c837bb853436b"/>
    <p:sldId xmlns:r="http://schemas.openxmlformats.org/officeDocument/2006/relationships" id="258" r:id="R8339bbd721aa4929"/>
    <p:sldId xmlns:r="http://schemas.openxmlformats.org/officeDocument/2006/relationships" id="259" r:id="R460a1e56c65b4557"/>
    <p:sldId xmlns:r="http://schemas.openxmlformats.org/officeDocument/2006/relationships" id="260" r:id="Rda74acf2c62b4cdb"/>
    <p:sldId xmlns:r="http://schemas.openxmlformats.org/officeDocument/2006/relationships" id="261" r:id="R5c961c08df024ff6"/>
    <p:sldId xmlns:r="http://schemas.openxmlformats.org/officeDocument/2006/relationships" id="262" r:id="R553be3cd06ab45b9"/>
    <p:sldId xmlns:r="http://schemas.openxmlformats.org/officeDocument/2006/relationships" id="263" r:id="R6af98435bb7f4c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3806a5920c4424" /><Relationship Type="http://schemas.openxmlformats.org/officeDocument/2006/relationships/slideMaster" Target="/ppt/slideMasters/slideMaster1.xml" Id="R8a6e97e3019542b2" /><Relationship Type="http://schemas.openxmlformats.org/officeDocument/2006/relationships/notesMaster" Target="/ppt/notesMasters/notesMaster1.xml" Id="R62183a7cd5c84b97" /><Relationship Type="http://schemas.openxmlformats.org/officeDocument/2006/relationships/presProps" Target="/ppt/presProps.xml" Id="R8cd93d927e5f4e5b" /><Relationship Type="http://schemas.openxmlformats.org/officeDocument/2006/relationships/tableStyles" Target="/ppt/tableStyles.xml" Id="R6e803a265fc345f1" /><Relationship Type="http://schemas.openxmlformats.org/officeDocument/2006/relationships/slide" Target="/ppt/slides/slide1.xml" Id="Rc811e186a584479d" /><Relationship Type="http://schemas.openxmlformats.org/officeDocument/2006/relationships/slide" Target="/ppt/slides/slide2.xml" Id="R8f8c837bb853436b" /><Relationship Type="http://schemas.openxmlformats.org/officeDocument/2006/relationships/slide" Target="/ppt/slides/slide3.xml" Id="R8339bbd721aa4929" /><Relationship Type="http://schemas.openxmlformats.org/officeDocument/2006/relationships/slide" Target="/ppt/slides/slide4.xml" Id="R460a1e56c65b4557" /><Relationship Type="http://schemas.openxmlformats.org/officeDocument/2006/relationships/slide" Target="/ppt/slides/slide5.xml" Id="Rda74acf2c62b4cdb" /><Relationship Type="http://schemas.openxmlformats.org/officeDocument/2006/relationships/slide" Target="/ppt/slides/slide6.xml" Id="R5c961c08df024ff6" /><Relationship Type="http://schemas.openxmlformats.org/officeDocument/2006/relationships/slide" Target="/ppt/slides/slide7.xml" Id="R553be3cd06ab45b9" /><Relationship Type="http://schemas.openxmlformats.org/officeDocument/2006/relationships/slide" Target="/ppt/slides/slide8.xml" Id="R6af98435bb7f4c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a6e4640b4d4f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d6cbd457e5401f" /><Relationship Type="http://schemas.openxmlformats.org/officeDocument/2006/relationships/notesMaster" Target="/ppt/notesMasters/notesMaster1.xml" Id="R96de6e81779e40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a8390db55543c1" /><Relationship Type="http://schemas.openxmlformats.org/officeDocument/2006/relationships/notesMaster" Target="/ppt/notesMasters/notesMaster1.xml" Id="R6061a8f74cd042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4bd7e878d74a1c" /><Relationship Type="http://schemas.openxmlformats.org/officeDocument/2006/relationships/notesMaster" Target="/ppt/notesMasters/notesMaster1.xml" Id="Rd98515d95acb46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b1aac648c144c6" /><Relationship Type="http://schemas.openxmlformats.org/officeDocument/2006/relationships/notesMaster" Target="/ppt/notesMasters/notesMaster1.xml" Id="Rc50ecb4e833544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32f3e427e44874" /><Relationship Type="http://schemas.openxmlformats.org/officeDocument/2006/relationships/notesMaster" Target="/ppt/notesMasters/notesMaster1.xml" Id="R5d734a54039545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8846d559c5499f" /><Relationship Type="http://schemas.openxmlformats.org/officeDocument/2006/relationships/notesMaster" Target="/ppt/notesMasters/notesMaster1.xml" Id="R601aa44eaa084d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895187dcad4d30" /><Relationship Type="http://schemas.openxmlformats.org/officeDocument/2006/relationships/notesMaster" Target="/ppt/notesMasters/notesMaster1.xml" Id="R3ba603b2baa44b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10c5bb3e624c9f" /><Relationship Type="http://schemas.openxmlformats.org/officeDocument/2006/relationships/notesMaster" Target="/ppt/notesMasters/notesMaster1.xml" Id="R19a4e7f4e02347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三分钟路演。项目定位：AI 团队的任务资金授权。当前为黑客松原型，演示使用脚本签名者，不宣称真实 LLM 自主决策。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这是设计用例，不是用户调研统计。假设一个研究任务最多花费 10 个计价单位，搜索和数据两个执行者各自请求 6。单独许可不等于共同预算。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机制：每次付款遍历当前 grant 到根节点，检查撤销、有效期、单笔上限和累计上限，并在同一交易中增加所有祖先的 spent。额度可以重叠，属于累计上限而非预留资金。代码：contracts/MissionGuard.sol。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同块竞争测试将自动挖矿关闭，发送来自不同交易发送者的两个 6 单位付款，在同一个区块执行，验证仅一笔成功。子树撤销测试使用撤销前已签名的子 Agent 付款，验证 GrantInactive。来源：scripts/test-contracts.mjs。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来源：public/evidence/local-demo.json，由 npm run demo:local 生成。脚本签名者执行真实 Solidity 合约，环境为本地 Hardhat EVM chain ID 31337。无外部 API 采购，不是 Fuji 交易。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来源：public/evidence/contract-tests.json。报告时间 2026-09-19T07:05:58.302Z，源文件哈希 0x7cde31552969d33d739f310b9f34efb6082d5b31d85a46d2fde92c5273abe3fc。这是项目自测，不是独立审计。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官方活动要求和评分：https://build.avax.network/events/093982ed-7037-4765-a066-56a5d3cff8cb 。Fuji RPC：https://api.avax-test.network/ext/bc/C/rpc 。当前 public/evidence/fuji-deployment.json 状态为 not-deployed，测试网账户余额为零。不得把本地测试写成 Fuji 成功部署。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目标用户是 agent 工作流开发者，目前没有用户访谈、商业化或采用率证据。下一步先进行开发者验证和真实 API 集成。当前没有 x402 实现。限制：不能识别服务质量；不能逆转确认的付款；被攻陷 Agent 仍可在有效授权内消耗资金；无独立安全审计。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56a081689443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eb1fc1d442400a" /><Relationship Type="http://schemas.openxmlformats.org/officeDocument/2006/relationships/slideLayout" Target="/ppt/slideLayouts/slideLayout1.xml" Id="R60f4069fe7ed4d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f4069fe7ed4d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05b898ef974bf4" /><Relationship Type="http://schemas.openxmlformats.org/officeDocument/2006/relationships/notesSlide" Target="/ppt/notesSlides/notesSlide1.xml" Id="Rc5a3a500903c48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52ecf9c57463f" /><Relationship Type="http://schemas.openxmlformats.org/officeDocument/2006/relationships/notesSlide" Target="/ppt/notesSlides/notesSlide2.xml" Id="R3cf3e86abd0d46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dc02b8a65949f4" /><Relationship Type="http://schemas.openxmlformats.org/officeDocument/2006/relationships/notesSlide" Target="/ppt/notesSlides/notesSlide3.xml" Id="Rf952108e077f4d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60377bccb48c2" /><Relationship Type="http://schemas.openxmlformats.org/officeDocument/2006/relationships/notesSlide" Target="/ppt/notesSlides/notesSlide4.xml" Id="Rb57dffbee65f40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c34667c9c048fb" /><Relationship Type="http://schemas.openxmlformats.org/officeDocument/2006/relationships/notesSlide" Target="/ppt/notesSlides/notesSlide5.xml" Id="Rdaf36227d8bc4a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923b689ef48be" /><Relationship Type="http://schemas.openxmlformats.org/officeDocument/2006/relationships/notesSlide" Target="/ppt/notesSlides/notesSlide6.xml" Id="R31ef514edf7a40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c4e667fcf408d" /><Relationship Type="http://schemas.openxmlformats.org/officeDocument/2006/relationships/notesSlide" Target="/ppt/notesSlides/notesSlide7.xml" Id="Ra2b9c3da0d7c4d5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ffa4cbc0b4a45" /><Relationship Type="http://schemas.openxmlformats.org/officeDocument/2006/relationships/notesSlide" Target="/ppt/notesSlides/notesSlide8.xml" Id="R33a6e971498b44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83A4F5-FBF1-4754-B3B8-BB09D60E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MissionGuard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632C4-C0A4-427B-A47B-3618C322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rPr>
              <a:t>AI 团队的任务金库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0168E2-6EBF-47FF-8FAF-9F4A9FA2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9525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一个任务的资金上限</a:t>
            </a:r>
          </a:p>
          <a:p xmlns:a="http://schemas.openxmlformats.org/drawingml/2006/main">
            <a:pPr>
              <a:defRPr sz="28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覆盖每一层 Agent 授权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877143-93BB-4AD2-AF35-92C7EE1F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Avalanche Buildathon 2026</a:t>
            </a:r>
          </a:p>
        </p:txBody>
      </p:sp>
    </p:spTree>
    <p:extLst>
      <p:ext uri="{BB962C8B-B14F-4D97-AF65-F5344CB8AC3E}">
        <p14:creationId xmlns:p14="http://schemas.microsoft.com/office/powerpoint/2010/main" val="1876932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F427FB-BE6D-4CE7-9696-9874BDDA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多 Agent 任务的共同预算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0665E-8A18-47C5-804F-9E3EB24A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810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600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0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F86439-B964-4148-BCEC-2E2E2C0A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任务总预算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F6EF2A-F970-45D2-B118-D31930EC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81200"/>
            <a:ext cx="5619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搜索 Agent 请求 6</a:t>
            </a:r>
          </a:p>
          <a:p xmlns:a="http://schemas.openxmlformats.org/drawingml/2006/main">
            <a:pPr>
              <a:defRPr sz="30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数据 Agent 请求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C4A3B6-EE88-4A4C-AB6E-DC4E6E05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81450"/>
            <a:ext cx="5905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每个请求都可能符合自身限额。</a:t>
            </a:r>
          </a:p>
          <a:p xmlns:a="http://schemas.openxmlformats.org/drawingml/2006/main">
            <a:pPr>
              <a:defRPr sz="24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共同任务只能容纳其中一笔。</a:t>
            </a:r>
          </a:p>
        </p:txBody>
      </p:sp>
    </p:spTree>
    <p:extLst>
      <p:ext uri="{BB962C8B-B14F-4D97-AF65-F5344CB8AC3E}">
        <p14:creationId xmlns:p14="http://schemas.microsoft.com/office/powerpoint/2010/main" val="3991042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4CB5C9-B7DE-4023-ACB3-5E841CBD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资金授权跟随任务层级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2762250"/>
                <a:gridCol w="4772025"/>
              </a:tblGrid>
              <a:tr h="7239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7BECB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授权层级</a:t>
                      </a:r>
                    </a:p>
                  </a:txBody>
                  <a:tcPr marL="91440" marR="91440" marT="45720" marB="45720">
                    <a:solidFill>
                      <a:srgbClr val="1A3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7BECB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累计上限</a:t>
                      </a:r>
                    </a:p>
                  </a:txBody>
                  <a:tcPr marL="91440" marR="91440" marT="45720" marB="45720">
                    <a:solidFill>
                      <a:srgbClr val="1A3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7BECB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付款时的检查</a:t>
                      </a:r>
                    </a:p>
                  </a:txBody>
                  <a:tcPr marL="91440" marR="91440" marT="45720" marB="45720">
                    <a:solidFill>
                      <a:srgbClr val="1A302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研究任务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DemoUSD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任务剩余额度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搜索父 Agent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DemoUSD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父级累计额度与状态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数据子 Agent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DemoUSD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子级及全部祖先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8BF66F-0E8C-4171-B175-4157E8E3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54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rPr>
              <a:t>子 Agent 花费 0.75，父级和任务同时记账。</a:t>
            </a:r>
          </a:p>
        </p:txBody>
      </p:sp>
    </p:spTree>
    <p:extLst>
      <p:ext uri="{BB962C8B-B14F-4D97-AF65-F5344CB8AC3E}">
        <p14:creationId xmlns:p14="http://schemas.microsoft.com/office/powerpoint/2010/main" val="18708845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1D2C93-3FDF-4AC2-91B8-28AD78BB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两个可以直接复现的失败请求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E771A-9E1C-4FF2-9560-6EBD7244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rPr>
              <a:t>共享预算竞争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C30EB6-B14C-42D1-8F55-FE5E14E4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85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6 + 6 &gt;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0FB177-EBC5-4770-BF14-C69732B6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两笔请求进入同一区块</a:t>
            </a:r>
          </a:p>
          <a:p xmlns:a="http://schemas.openxmlformats.org/drawingml/2006/main">
            <a:pPr>
              <a:defRPr sz="24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一笔成功，一笔回滚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593AD0-0A27-49A5-9C9C-AD3404B8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8595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rPr>
              <a:t>撤销上级授权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D53C73-0BE3-411E-938A-DD9EB6DD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57500"/>
            <a:ext cx="485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子级付款失败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BA0003-6CE0-44C9-AED0-0110E717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38625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旧签名仍然有效</a:t>
            </a:r>
          </a:p>
          <a:p xmlns:a="http://schemas.openxmlformats.org/drawingml/2006/main">
            <a:pPr>
              <a:defRPr sz="24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执行权限已经失效</a:t>
            </a:r>
          </a:p>
        </p:txBody>
      </p:sp>
    </p:spTree>
    <p:extLst>
      <p:ext uri="{BB962C8B-B14F-4D97-AF65-F5344CB8AC3E}">
        <p14:creationId xmlns:p14="http://schemas.microsoft.com/office/powerpoint/2010/main" val="18298911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2B479F-7AD3-40EA-B7FD-DCAA9EC0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完整资金流程已在本地 EVM 跑通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2095500"/>
                <a:gridCol w="4152900"/>
              </a:tblGrid>
              <a:tr h="7239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7BECB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>
                    <a:solidFill>
                      <a:srgbClr val="1A3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7BECB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DemoUSD</a:t>
                      </a:r>
                    </a:p>
                  </a:txBody>
                  <a:tcPr marL="91440" marR="91440" marT="45720" marB="45720">
                    <a:solidFill>
                      <a:srgbClr val="1A3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7BECB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验证结果</a:t>
                      </a:r>
                    </a:p>
                  </a:txBody>
                  <a:tcPr marL="91440" marR="91440" marT="45720" marB="45720">
                    <a:solidFill>
                      <a:srgbClr val="1A302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任务托管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10.00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建立共享预算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服务付款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2.50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签名与层级核算通过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撤销后退回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7.50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金库剩余余额为零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656E94-AD58-4D16-AB42-11CF5E3B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54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演示环境：本地 EVM，Agent 为脚本签名者</a:t>
            </a:r>
          </a:p>
        </p:txBody>
      </p:sp>
    </p:spTree>
    <p:extLst>
      <p:ext uri="{BB962C8B-B14F-4D97-AF65-F5344CB8AC3E}">
        <p14:creationId xmlns:p14="http://schemas.microsoft.com/office/powerpoint/2010/main" val="3063560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E18D91-AC0B-4520-8E29-201CF306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合约验证证据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E62366-9ECD-42E5-9370-C3CC48D0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33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050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50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EEBDB1-5542-4867-A6F2-A0FE65BC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项本地合约测试通过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1AED3-2E5D-4A85-829E-6B323398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43100"/>
            <a:ext cx="5476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签名篡改、重放与跨链隔离</a:t>
            </a:r>
          </a:p>
          <a:p xmlns:a="http://schemas.openxmlformats.org/drawingml/2006/main">
            <a:pPr>
              <a:defRPr sz="24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层级额度、同块竞争与撤销</a:t>
            </a:r>
          </a:p>
          <a:p xmlns:a="http://schemas.openxmlformats.org/drawingml/2006/main">
            <a:pPr>
              <a:defRPr sz="24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退款、转账回滚与重入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2E2B2-3955-4ED7-86E7-7C52D55A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505325"/>
            <a:ext cx="5476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100 次对抗请求验证资金守恒</a:t>
            </a:r>
          </a:p>
          <a:p xmlns:a="http://schemas.openxmlformats.org/drawingml/2006/main">
            <a:pPr>
              <a:defRPr sz="21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测试范围不等于完整安全证明</a:t>
            </a:r>
          </a:p>
        </p:txBody>
      </p:sp>
    </p:spTree>
    <p:extLst>
      <p:ext uri="{BB962C8B-B14F-4D97-AF65-F5344CB8AC3E}">
        <p14:creationId xmlns:p14="http://schemas.microsoft.com/office/powerpoint/2010/main" val="12206767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BB5A6C-0EF0-4421-98A7-513EC891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Avalanche Fuji 集成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BA0170-A068-40D2-8FBB-82900000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rPr>
              <a:t>C-Chain 测试网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91ACB-A9B1-4C9A-9EF4-5B480E15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382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网页已具备钱包部署、任务创建和付款入口。</a:t>
            </a:r>
          </a:p>
          <a:p xmlns:a="http://schemas.openxmlformats.org/drawingml/2006/main">
            <a:pPr>
              <a:defRPr sz="25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用户可撤销授权，并收回未花费的测试代币。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FBB19-F55E-4720-ADA5-53E3CB9E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公开链部署等待测试 AVAX</a:t>
            </a:r>
          </a:p>
          <a:p xmlns:a="http://schemas.openxmlformats.org/drawingml/2006/main">
            <a:pPr>
              <a:defRPr sz="225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部署成功后补充地址与确认回执</a:t>
            </a:r>
          </a:p>
        </p:txBody>
      </p:sp>
    </p:spTree>
    <p:extLst>
      <p:ext uri="{BB962C8B-B14F-4D97-AF65-F5344CB8AC3E}">
        <p14:creationId xmlns:p14="http://schemas.microsoft.com/office/powerpoint/2010/main" val="8859824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FB127-F022-4D61-8776-6E405848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下一步验证真实采购场景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B3DE91-AAFA-497C-8E11-F5FC24D0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rPr>
              <a:t>先接入一条真实 Agent 服务采购流程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2CC8A-88AF-4207-B1AF-B6559E4E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820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验证开发者是否需要按任务设置预算。</a:t>
            </a:r>
          </a:p>
          <a:p xmlns:a="http://schemas.openxmlformats.org/drawingml/2006/main">
            <a:pPr>
              <a:defRPr sz="25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让服务收款与任务付款记录可以核对。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9DA65-4C33-4827-AF8C-50C37D6E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当前边界：不判断服务质量，不追回已完成付款。</a:t>
            </a:r>
          </a:p>
          <a:p xmlns:a="http://schemas.openxmlformats.org/drawingml/2006/main">
            <a:pPr>
              <a:defRPr sz="2025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自定义 EIP-712 结算，尚未实现 x402。</a:t>
            </a:r>
          </a:p>
        </p:txBody>
      </p:sp>
    </p:spTree>
    <p:extLst>
      <p:ext uri="{BB962C8B-B14F-4D97-AF65-F5344CB8AC3E}">
        <p14:creationId xmlns:p14="http://schemas.microsoft.com/office/powerpoint/2010/main" val="18095232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2026-09-19T07:06:51.6010000Z</dcterms:created>
  <dcterms:modified xsi:type="dcterms:W3CDTF">2026-09-19T07:06:51.6010000Z</dcterms:modified>
</coreProperties>
</file>