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d430e2cfa646f7" /><Relationship Type="http://schemas.openxmlformats.org/officeDocument/2006/relationships/extended-properties" Target="/docProps/app.xml" Id="R36cf6bdbeda94376" /><Relationship Type="http://schemas.openxmlformats.org/officeDocument/2006/relationships/officeDocument" Target="/ppt/presentation.xml" Id="R120aa462db024c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5dde79b4224bac"/>
  </p:sldMasterIdLst>
  <p:notesMasterIdLst>
    <p:notesMasterId xmlns:r="http://schemas.openxmlformats.org/officeDocument/2006/relationships" r:id="Re7c981e88f7e4164"/>
  </p:notesMasterIdLst>
  <p:sldIdLst>
    <p:sldId xmlns:r="http://schemas.openxmlformats.org/officeDocument/2006/relationships" id="256" r:id="R57ddeda26f844d78"/>
    <p:sldId xmlns:r="http://schemas.openxmlformats.org/officeDocument/2006/relationships" id="257" r:id="Rc3a78af4bb16449f"/>
    <p:sldId xmlns:r="http://schemas.openxmlformats.org/officeDocument/2006/relationships" id="258" r:id="R252fa44ab4c4462b"/>
    <p:sldId xmlns:r="http://schemas.openxmlformats.org/officeDocument/2006/relationships" id="259" r:id="Rfaa6ffebcb984ec5"/>
    <p:sldId xmlns:r="http://schemas.openxmlformats.org/officeDocument/2006/relationships" id="260" r:id="R0156dfd880154834"/>
    <p:sldId xmlns:r="http://schemas.openxmlformats.org/officeDocument/2006/relationships" id="261" r:id="R74e10c8b5afb4ac2"/>
    <p:sldId xmlns:r="http://schemas.openxmlformats.org/officeDocument/2006/relationships" id="262" r:id="R0b15c762865641fc"/>
    <p:sldId xmlns:r="http://schemas.openxmlformats.org/officeDocument/2006/relationships" id="263" r:id="Rf3528fe1b22f49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191ec578d4e3f" /><Relationship Type="http://schemas.openxmlformats.org/officeDocument/2006/relationships/slideMaster" Target="/ppt/slideMasters/slideMaster1.xml" Id="R265dde79b4224bac" /><Relationship Type="http://schemas.openxmlformats.org/officeDocument/2006/relationships/notesMaster" Target="/ppt/notesMasters/notesMaster1.xml" Id="Re7c981e88f7e4164" /><Relationship Type="http://schemas.openxmlformats.org/officeDocument/2006/relationships/presProps" Target="/ppt/presProps.xml" Id="R8471ff852c96466b" /><Relationship Type="http://schemas.openxmlformats.org/officeDocument/2006/relationships/tableStyles" Target="/ppt/tableStyles.xml" Id="R87bf2abc775e43a3" /><Relationship Type="http://schemas.openxmlformats.org/officeDocument/2006/relationships/slide" Target="/ppt/slides/slide1.xml" Id="R57ddeda26f844d78" /><Relationship Type="http://schemas.openxmlformats.org/officeDocument/2006/relationships/slide" Target="/ppt/slides/slide2.xml" Id="Rc3a78af4bb16449f" /><Relationship Type="http://schemas.openxmlformats.org/officeDocument/2006/relationships/slide" Target="/ppt/slides/slide3.xml" Id="R252fa44ab4c4462b" /><Relationship Type="http://schemas.openxmlformats.org/officeDocument/2006/relationships/slide" Target="/ppt/slides/slide4.xml" Id="Rfaa6ffebcb984ec5" /><Relationship Type="http://schemas.openxmlformats.org/officeDocument/2006/relationships/slide" Target="/ppt/slides/slide5.xml" Id="R0156dfd880154834" /><Relationship Type="http://schemas.openxmlformats.org/officeDocument/2006/relationships/slide" Target="/ppt/slides/slide6.xml" Id="R74e10c8b5afb4ac2" /><Relationship Type="http://schemas.openxmlformats.org/officeDocument/2006/relationships/slide" Target="/ppt/slides/slide7.xml" Id="R0b15c762865641fc" /><Relationship Type="http://schemas.openxmlformats.org/officeDocument/2006/relationships/slide" Target="/ppt/slides/slide8.xml" Id="Rf3528fe1b22f49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ec9bf7460c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42d999f54c43b1" /><Relationship Type="http://schemas.openxmlformats.org/officeDocument/2006/relationships/notesMaster" Target="/ppt/notesMasters/notesMaster1.xml" Id="R922ba6d4f8be4b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d10b614934f75" /><Relationship Type="http://schemas.openxmlformats.org/officeDocument/2006/relationships/notesMaster" Target="/ppt/notesMasters/notesMaster1.xml" Id="Rca424e2ace8c45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7eb565974f4b46" /><Relationship Type="http://schemas.openxmlformats.org/officeDocument/2006/relationships/notesMaster" Target="/ppt/notesMasters/notesMaster1.xml" Id="R22c13b77fb9a43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0ecd684d224376" /><Relationship Type="http://schemas.openxmlformats.org/officeDocument/2006/relationships/notesMaster" Target="/ppt/notesMasters/notesMaster1.xml" Id="R00cda96fcd01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c6d0630c054a15" /><Relationship Type="http://schemas.openxmlformats.org/officeDocument/2006/relationships/notesMaster" Target="/ppt/notesMasters/notesMaster1.xml" Id="R115257eeaf6841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33c49c557b498b" /><Relationship Type="http://schemas.openxmlformats.org/officeDocument/2006/relationships/notesMaster" Target="/ppt/notesMasters/notesMaster1.xml" Id="R2fb401a4a25f4d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7d7faa10594e8f" /><Relationship Type="http://schemas.openxmlformats.org/officeDocument/2006/relationships/notesMaster" Target="/ppt/notesMasters/notesMaster1.xml" Id="Rac9aa1fdcee641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4db761482846b0" /><Relationship Type="http://schemas.openxmlformats.org/officeDocument/2006/relationships/notesMaster" Target="/ppt/notesMasters/notesMaster1.xml" Id="R39f2c2776e73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三分钟路演。项目定位：AI 团队的任务资金授权。当前为黑客松原型，演示使用脚本签名者，不宣称真实 LLM 自主决策。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这是设计用例，不是用户调研统计。假设一个研究任务最多花费 10 个计价单位，搜索和数据两个执行者各自请求 6。单独许可不等于共同预算。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机制：每次付款遍历当前 grant 到根节点，检查撤销、有效期、单笔上限和累计上限，并在同一交易中增加所有祖先的 spent。额度可以重叠，属于累计上限而非预留资金。代码：contracts/MissionGuard.sol。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同块竞争测试将自动挖矿关闭，发送来自不同交易发送者的两个 6 单位付款，在同一个区块执行，验证仅一笔成功。子树撤销测试使用撤销前已签名的子 Agent 付款，验证 GrantInactive。来源：scripts/test-contracts.mjs。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来源：public/evidence/local-demo.json，由 npm run demo:local 生成。脚本签名者执行真实 Solidity 合约，环境为本地 Hardhat EVM chain ID 31337。无外部 API 采购，不是 Fuji 交易。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来源：public/evidence/contract-tests.json。报告时间 2026-09-19T06:55:36.898Z，源文件哈希 0x01b2caceae2260ee0d02821ad7038978523c0dea2208eb840eb781d6cfb6fc4b。这是项目自测，不是独立审计。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官方活动要求和评分：https://build.avax.network/events/093982ed-7037-4765-a066-56a5d3cff8cb 。Fuji RPC：https://api.avax-test.network/ext/bc/C/rpc 。当前 public/evidence/fuji-deployment.json 状态为 not-deployed，测试网账户余额为零。不得把本地测试写成 Fuji 成功部署。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目标用户是 agent 工作流开发者，目前没有用户访谈、商业化或采用率证据。下一步先进行开发者验证和真实 API 集成。当前没有 x402 实现。限制：不能识别服务质量；不能逆转确认的付款；被攻陷 Agent 仍可在有效授权内消耗资金；无独立安全审计。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7dd270b5c4c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aae5299f43423f" /><Relationship Type="http://schemas.openxmlformats.org/officeDocument/2006/relationships/slideLayout" Target="/ppt/slideLayouts/slideLayout1.xml" Id="R91290ecc5f4643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90ecc5f4643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ebc1ffaa74e28" /><Relationship Type="http://schemas.openxmlformats.org/officeDocument/2006/relationships/notesSlide" Target="/ppt/notesSlides/notesSlide1.xml" Id="R9878ba113f6542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a58fcf2e44c06" /><Relationship Type="http://schemas.openxmlformats.org/officeDocument/2006/relationships/notesSlide" Target="/ppt/notesSlides/notesSlide2.xml" Id="Ra031c46d341f4e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4541f2d27468c" /><Relationship Type="http://schemas.openxmlformats.org/officeDocument/2006/relationships/notesSlide" Target="/ppt/notesSlides/notesSlide3.xml" Id="R922b97ee010145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30d87dd9443a0" /><Relationship Type="http://schemas.openxmlformats.org/officeDocument/2006/relationships/notesSlide" Target="/ppt/notesSlides/notesSlide4.xml" Id="Rdeafa5ea3df64b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b88afecef47e9" /><Relationship Type="http://schemas.openxmlformats.org/officeDocument/2006/relationships/notesSlide" Target="/ppt/notesSlides/notesSlide5.xml" Id="R45ccd456562b49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47d2808b849bd" /><Relationship Type="http://schemas.openxmlformats.org/officeDocument/2006/relationships/notesSlide" Target="/ppt/notesSlides/notesSlide6.xml" Id="Rbd7c154c499340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6d5cb31084a56" /><Relationship Type="http://schemas.openxmlformats.org/officeDocument/2006/relationships/notesSlide" Target="/ppt/notesSlides/notesSlide7.xml" Id="R0b55297cde1642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65081c43e4881" /><Relationship Type="http://schemas.openxmlformats.org/officeDocument/2006/relationships/notesSlide" Target="/ppt/notesSlides/notesSlide8.xml" Id="Rc7683d443dde4b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DDB17-4A08-470D-989F-84427A62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MissionGuard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EA9CD-1D1B-455F-9749-DFCDC92E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AI 团队的任务金库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A4516-0FFB-47A9-82E5-58D33AC1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952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一个任务的资金上限</a:t>
            </a:r>
          </a:p>
          <a:p xmlns:a="http://schemas.openxmlformats.org/drawingml/2006/main">
            <a:pPr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覆盖每一层 Agent 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44E0F-1AB0-442C-8636-0383D39C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Avalanche Buildathon 2026</a:t>
            </a:r>
          </a:p>
        </p:txBody>
      </p:sp>
    </p:spTree>
    <p:extLst>
      <p:ext uri="{BB962C8B-B14F-4D97-AF65-F5344CB8AC3E}">
        <p14:creationId xmlns:p14="http://schemas.microsoft.com/office/powerpoint/2010/main" val="540232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BCB9C-8D34-4A3D-85DA-0CB0B0B2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多 Agent 任务的共同预算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7C221-A760-4D2A-BE87-B30A9F32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810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F5C34-B46E-4191-8AED-A034E124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任务总预算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F7C32-51FC-453F-B1F2-E1C06B9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8120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搜索 Agent 请求 6</a:t>
            </a:r>
          </a:p>
          <a:p xmlns:a="http://schemas.openxmlformats.org/drawingml/2006/main">
            <a:pPr>
              <a:defRPr sz="30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数据 Agent 请求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A84B0-EF31-4C52-8BC4-9F13674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814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每个请求都可能符合自身限额。</a:t>
            </a:r>
          </a:p>
          <a:p xmlns:a="http://schemas.openxmlformats.org/drawingml/2006/main">
            <a:pPr>
              <a:defRPr sz="24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共同任务只能容纳其中一笔。</a:t>
            </a:r>
          </a:p>
        </p:txBody>
      </p:sp>
    </p:spTree>
    <p:extLst>
      <p:ext uri="{BB962C8B-B14F-4D97-AF65-F5344CB8AC3E}">
        <p14:creationId xmlns:p14="http://schemas.microsoft.com/office/powerpoint/2010/main" val="596024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B62B7-B883-4C26-A798-13FA13CA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资金授权跟随任务层级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2762250"/>
                <a:gridCol w="4772025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授权层级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累计上限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付款时的检查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研究任务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DemoUSD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任务剩余额度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搜索父 Agent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DemoUSD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父级累计额度与状态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数据子 Agent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DemoUSD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子级及全部祖先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001EA-F2DA-4C5A-8C36-17BC8274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子 Agent 花费 0.75，父级和任务同时记账。</a:t>
            </a:r>
          </a:p>
        </p:txBody>
      </p:sp>
    </p:spTree>
    <p:extLst>
      <p:ext uri="{BB962C8B-B14F-4D97-AF65-F5344CB8AC3E}">
        <p14:creationId xmlns:p14="http://schemas.microsoft.com/office/powerpoint/2010/main" val="516416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9F122-DFA6-45BE-BA50-344B354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两个可以直接复现的失败请求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D7C37-6500-47B1-91D4-E3C22D8C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共享预算竞争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DE767-3DAB-4A53-A0D2-A4E822C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6 + 6 &gt;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1FC1A-CFDB-4BC8-9003-506520B9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两笔请求进入同一区块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一笔成功，一笔回滚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9179E-4948-4A22-8AD4-3E75213A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859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撤销上级授权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5AA77-B821-4A80-9CCC-557C25F8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子级付款失败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C9F3B-41A5-4E93-85A1-11B789DE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386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旧签名仍然有效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执行权限已经失效</a:t>
            </a:r>
          </a:p>
        </p:txBody>
      </p:sp>
    </p:spTree>
    <p:extLst>
      <p:ext uri="{BB962C8B-B14F-4D97-AF65-F5344CB8AC3E}">
        <p14:creationId xmlns:p14="http://schemas.microsoft.com/office/powerpoint/2010/main" val="1922645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1ACA4-8EAB-4366-863D-C6BDBED7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完整资金流程已在本地 EVM 跑通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095500"/>
                <a:gridCol w="41529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DemoUSD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验证结果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任务托管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建立共享预算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服务付款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签名与层级核算通过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撤销后退回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7.50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金库剩余余额为零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2AA62-5033-49A6-BB1C-45BD6761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演示环境：本地 EVM，Agent 为脚本签名者</a:t>
            </a:r>
          </a:p>
        </p:txBody>
      </p:sp>
    </p:spTree>
    <p:extLst>
      <p:ext uri="{BB962C8B-B14F-4D97-AF65-F5344CB8AC3E}">
        <p14:creationId xmlns:p14="http://schemas.microsoft.com/office/powerpoint/2010/main" val="149252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898EA-7B93-4C07-9BEB-A713509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合约验证证据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C9B17-E2BF-458A-B72A-5C7292FA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389F7-6AAD-4BB2-A1EF-E6D7CA9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项本地合约测试通过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F5B4D-4C63-48A4-BD80-43DB2D07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5476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签名篡改、重放与跨链隔离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层级额度、同块竞争与撤销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退款、转账回滚与重入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48448-EBD1-41CB-8691-7046E5F8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05325"/>
            <a:ext cx="5476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100 次对抗请求验证资金守恒</a:t>
            </a:r>
          </a:p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测试范围不等于完整安全证明</a:t>
            </a:r>
          </a:p>
        </p:txBody>
      </p:sp>
    </p:spTree>
    <p:extLst>
      <p:ext uri="{BB962C8B-B14F-4D97-AF65-F5344CB8AC3E}">
        <p14:creationId xmlns:p14="http://schemas.microsoft.com/office/powerpoint/2010/main" val="1483800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A8D6E-75E9-4922-B1A7-887750B9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Avalanche Fuji 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5DA4D-3415-4DA5-8B0B-1008F4FA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C-Chain 测试网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C7811-970E-4C94-BE41-8AA6519A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38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网页已具备钱包部署、任务创建和付款入口。</a:t>
            </a:r>
          </a:p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用户可撤销授权，并收回未花费的测试代币。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0CA79-71CD-43A3-BBBA-77BF707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公开链部署等待测试 AVAX</a:t>
            </a:r>
          </a:p>
          <a:p xmlns:a="http://schemas.openxmlformats.org/drawingml/2006/main">
            <a:pPr>
              <a:defRPr sz="225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部署成功后补充地址与确认回执</a:t>
            </a:r>
          </a:p>
        </p:txBody>
      </p:sp>
    </p:spTree>
    <p:extLst>
      <p:ext uri="{BB962C8B-B14F-4D97-AF65-F5344CB8AC3E}">
        <p14:creationId xmlns:p14="http://schemas.microsoft.com/office/powerpoint/2010/main" val="1043527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4E4BA-2A24-48D4-AC17-730540DA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下一步验证真实采购场景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DD849-21F5-42C3-AE83-D58A275C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先接入一条真实 Agent 服务采购流程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EB427-C781-451A-A3B2-1FA63F3A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验证开发者是否需要按任务设置预算。</a:t>
            </a:r>
          </a:p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让服务收款与任务付款记录可以核对。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CEE9D-123F-4D47-9416-01032590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当前边界：不判断服务质量，不追回已完成付款。</a:t>
            </a:r>
          </a:p>
          <a:p xmlns:a="http://schemas.openxmlformats.org/drawingml/2006/main">
            <a:pPr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自定义 EIP-712 结算，尚未实现 x402。</a:t>
            </a:r>
          </a:p>
        </p:txBody>
      </p:sp>
    </p:spTree>
    <p:extLst>
      <p:ext uri="{BB962C8B-B14F-4D97-AF65-F5344CB8AC3E}">
        <p14:creationId xmlns:p14="http://schemas.microsoft.com/office/powerpoint/2010/main" val="376892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2026-09-19T06:56:28.8420000Z</dcterms:created>
  <dcterms:modified xsi:type="dcterms:W3CDTF">2026-09-19T06:56:28.8420000Z</dcterms:modified>
</coreProperties>
</file>