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67ab5f5ef9421f" /><Relationship Type="http://schemas.openxmlformats.org/officeDocument/2006/relationships/extended-properties" Target="/docProps/app.xml" Id="R4d0b6e8c08bf4ac6" /><Relationship Type="http://schemas.openxmlformats.org/officeDocument/2006/relationships/officeDocument" Target="/ppt/presentation.xml" Id="R8261580c5bc24f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02cd974f054feb"/>
  </p:sldMasterIdLst>
  <p:notesMasterIdLst>
    <p:notesMasterId xmlns:r="http://schemas.openxmlformats.org/officeDocument/2006/relationships" r:id="Ra63da8a516484c79"/>
  </p:notesMasterIdLst>
  <p:sldIdLst>
    <p:sldId xmlns:r="http://schemas.openxmlformats.org/officeDocument/2006/relationships" id="256" r:id="R4c0839527231439f"/>
    <p:sldId xmlns:r="http://schemas.openxmlformats.org/officeDocument/2006/relationships" id="257" r:id="R81b1a415c8224a60"/>
    <p:sldId xmlns:r="http://schemas.openxmlformats.org/officeDocument/2006/relationships" id="258" r:id="R32baad36aa6b40bd"/>
    <p:sldId xmlns:r="http://schemas.openxmlformats.org/officeDocument/2006/relationships" id="259" r:id="R8bc1eb1146534adc"/>
    <p:sldId xmlns:r="http://schemas.openxmlformats.org/officeDocument/2006/relationships" id="260" r:id="R82469e4479b44833"/>
    <p:sldId xmlns:r="http://schemas.openxmlformats.org/officeDocument/2006/relationships" id="261" r:id="R5a686351108147c5"/>
    <p:sldId xmlns:r="http://schemas.openxmlformats.org/officeDocument/2006/relationships" id="262" r:id="R7f176471327c4d27"/>
    <p:sldId xmlns:r="http://schemas.openxmlformats.org/officeDocument/2006/relationships" id="263" r:id="R1425302ab1464a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55afa7a9d24557" /><Relationship Type="http://schemas.openxmlformats.org/officeDocument/2006/relationships/slideMaster" Target="/ppt/slideMasters/slideMaster1.xml" Id="R4d02cd974f054feb" /><Relationship Type="http://schemas.openxmlformats.org/officeDocument/2006/relationships/notesMaster" Target="/ppt/notesMasters/notesMaster1.xml" Id="Ra63da8a516484c79" /><Relationship Type="http://schemas.openxmlformats.org/officeDocument/2006/relationships/presProps" Target="/ppt/presProps.xml" Id="R514e65f369b6402c" /><Relationship Type="http://schemas.openxmlformats.org/officeDocument/2006/relationships/tableStyles" Target="/ppt/tableStyles.xml" Id="R2b996869002848b8" /><Relationship Type="http://schemas.openxmlformats.org/officeDocument/2006/relationships/slide" Target="/ppt/slides/slide1.xml" Id="R4c0839527231439f" /><Relationship Type="http://schemas.openxmlformats.org/officeDocument/2006/relationships/slide" Target="/ppt/slides/slide2.xml" Id="R81b1a415c8224a60" /><Relationship Type="http://schemas.openxmlformats.org/officeDocument/2006/relationships/slide" Target="/ppt/slides/slide3.xml" Id="R32baad36aa6b40bd" /><Relationship Type="http://schemas.openxmlformats.org/officeDocument/2006/relationships/slide" Target="/ppt/slides/slide4.xml" Id="R8bc1eb1146534adc" /><Relationship Type="http://schemas.openxmlformats.org/officeDocument/2006/relationships/slide" Target="/ppt/slides/slide5.xml" Id="R82469e4479b44833" /><Relationship Type="http://schemas.openxmlformats.org/officeDocument/2006/relationships/slide" Target="/ppt/slides/slide6.xml" Id="R5a686351108147c5" /><Relationship Type="http://schemas.openxmlformats.org/officeDocument/2006/relationships/slide" Target="/ppt/slides/slide7.xml" Id="R7f176471327c4d27" /><Relationship Type="http://schemas.openxmlformats.org/officeDocument/2006/relationships/slide" Target="/ppt/slides/slide8.xml" Id="R1425302ab1464a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d1d27846ab47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ea803135274ba9" /><Relationship Type="http://schemas.openxmlformats.org/officeDocument/2006/relationships/notesMaster" Target="/ppt/notesMasters/notesMaster1.xml" Id="Re06afa01f56a46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d38dc0b06b4586" /><Relationship Type="http://schemas.openxmlformats.org/officeDocument/2006/relationships/notesMaster" Target="/ppt/notesMasters/notesMaster1.xml" Id="R4d101923686a4a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cdda53a6e14c79" /><Relationship Type="http://schemas.openxmlformats.org/officeDocument/2006/relationships/notesMaster" Target="/ppt/notesMasters/notesMaster1.xml" Id="R36c194e8f3214c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55e3442b3c419e" /><Relationship Type="http://schemas.openxmlformats.org/officeDocument/2006/relationships/notesMaster" Target="/ppt/notesMasters/notesMaster1.xml" Id="R02c2c17ae2dd45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80c93724914fd3" /><Relationship Type="http://schemas.openxmlformats.org/officeDocument/2006/relationships/notesMaster" Target="/ppt/notesMasters/notesMaster1.xml" Id="Rbad56d249b5447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e0d7632c924569" /><Relationship Type="http://schemas.openxmlformats.org/officeDocument/2006/relationships/notesMaster" Target="/ppt/notesMasters/notesMaster1.xml" Id="Rfb5453e2067344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5fe2b68a8d478a" /><Relationship Type="http://schemas.openxmlformats.org/officeDocument/2006/relationships/notesMaster" Target="/ppt/notesMasters/notesMaster1.xml" Id="Rfd0e5b24fd7d43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b779cd61df47db" /><Relationship Type="http://schemas.openxmlformats.org/officeDocument/2006/relationships/notesMaster" Target="/ppt/notesMasters/notesMaster1.xml" Id="Rac3f37928e224e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MissionGuard 用共享任务预算约束委托分支，并将费用凭证与任务报告关联。已完成 Fuji 12 笔交易和真实模型直接调用。模型仅解释公开统计，付款代理由脚本执行。完整线上钱包验收仍未确认。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目标用户：多 Agent 工作流开发者。需求尚未经过客户访谈验证，不宣称付费用户。首个用例：Avalanche 合约活动简报。数据统计由确定性程序执行，非模型自主研究。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实现：lib/procurement.ts、app/api/fulfill/route.ts。订单 ID 绑定报告、服务、金库、结算链与任务编号；创建新任务并不是同一订单。服务为自建测试服务，使用无价值 DemoUSD，不宣称商业采购。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来源：public/evidence/research-example.json。官方 RPC https://api.avax.network/ext/bc/C/rpc。合约 0xB97EF9Ef8734C71904D8002F8b6Bc66Dd9c48a6E。区块 96253650–96253745。样本时间 2026-09-27T10:39:17Z–2026-09-27T10:41:18Z。两次读取来自同一 RPC，非独立审计。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来源：public/evidence/procurement-fuji.json，2026-09-28。Fuji chain ID 43113，任务 #1，12 笔成功交易。金库 0x250084921Ccc6D1b8f998B533b3477591291d94E。退款 https://testnet.snowtrace.io/tx/0xec6f92f59b07a29a76c6ed12daedf5afbc453d6a8fe63aabb25a88c2bcf987e8 。重复订单和撤销子级拒绝来自只读模拟，不是已广播失败交易。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来源：public/evidence/contract-tests.json；tests/narrative.test.ts 与其他应用测试。31 项合约测试、23 项应用测试通过。自动化测试不是独立安全审计。重复订单、撤销子级的 Fuji 拒绝来自只读模拟，未广播失败交易。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来源：public/evidence/model-example.json。真实 SiliconFlow Qwen/Qwen2.5-7B-Instruct 调用时间 2026-09-29T13:25:06Z，输入316、输出186 Token。源数据来自 Avalanche C-Chain，161条日志、85笔不同交易。代码助手核对链名、时间、区块和统计边界通过；未经独立人工审计。这是直接提供商调用的记录，不代表线上浏览器模型流程已验收。记录的中文解读可下载，模型没有支付工具或钱包私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面向需要按任务采购服务的 Agent 工作流开发者。当前自建服务和无价值测试币，没有客户收入或外部试用声明。已有链式委托与限额产品，因此不主张协议首创。浏览器钱包验收、外部开发者试用和评委访问安排仍需完成；链上回执及模型样本可独立查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cb900403747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99d1f667194f9b" /><Relationship Type="http://schemas.openxmlformats.org/officeDocument/2006/relationships/slideLayout" Target="/ppt/slideLayouts/slideLayout1.xml" Id="R54b5626f7eec4a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b5626f7eec4a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2db6402ab47c5" /><Relationship Type="http://schemas.openxmlformats.org/officeDocument/2006/relationships/notesSlide" Target="/ppt/notesSlides/notesSlide1.xml" Id="Rdb962613dac842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e1f157ab64f4e" /><Relationship Type="http://schemas.openxmlformats.org/officeDocument/2006/relationships/notesSlide" Target="/ppt/notesSlides/notesSlide2.xml" Id="Rdecc7a8b7e5e44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5c66c6a684aa1" /><Relationship Type="http://schemas.openxmlformats.org/officeDocument/2006/relationships/notesSlide" Target="/ppt/notesSlides/notesSlide3.xml" Id="R356b5696bd5948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29683082d41f3" /><Relationship Type="http://schemas.openxmlformats.org/officeDocument/2006/relationships/notesSlide" Target="/ppt/notesSlides/notesSlide4.xml" Id="R059e810001f34d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6ae1acad3413a" /><Relationship Type="http://schemas.openxmlformats.org/officeDocument/2006/relationships/notesSlide" Target="/ppt/notesSlides/notesSlide5.xml" Id="R558bc7c3437e42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3919874d747a2" /><Relationship Type="http://schemas.openxmlformats.org/officeDocument/2006/relationships/notesSlide" Target="/ppt/notesSlides/notesSlide6.xml" Id="Rd86356726bbe4c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f64416eb64581" /><Relationship Type="http://schemas.openxmlformats.org/officeDocument/2006/relationships/notesSlide" Target="/ppt/notesSlides/notesSlide7.xml" Id="Rc707d964c1004b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380a29ad14479" /><Relationship Type="http://schemas.openxmlformats.org/officeDocument/2006/relationships/notesSlide" Target="/ppt/notesSlides/notesSlide8.xml" Id="R7fa72150c8df43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10B16-AC83-436A-8686-B141046B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MissionGuard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D3824-408F-4B17-BB60-1A1AE4CB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AI 任务预算与采购凭证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7C1B6-A3F9-4F04-846B-E29A4B83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一笔任务预算</a:t>
            </a:r>
          </a:p>
          <a:p xmlns:a="http://schemas.openxmlformats.org/drawingml/2006/main">
            <a:pPr>
              <a:buNone/>
              <a:def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约束每个执行分支的服务支出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A3DDA-6217-4FB7-A75B-F7EDEB8F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Avalanche Buildathon 2026 · 2026-09-29</a:t>
            </a:r>
          </a:p>
        </p:txBody>
      </p:sp>
    </p:spTree>
    <p:extLst>
      <p:ext uri="{BB962C8B-B14F-4D97-AF65-F5344CB8AC3E}">
        <p14:creationId xmlns:p14="http://schemas.microsoft.com/office/powerpoint/2010/main" val="9412354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38263-8919-4C27-8028-96136131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研究结果与花费需要对应起来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3F066-8D20-434E-AAC0-280D83BB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任务：生成 Avalanche 合约活动简报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171C0-F6F0-44FC-AAE0-218D21B8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820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数据采集交付了什么？</a:t>
            </a:r>
          </a:p>
          <a:p xmlns:a="http://schemas.openxmlformats.org/drawingml/2006/main">
            <a:pPr>
              <a:buNone/>
              <a:defRPr sz="262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重复请求有没有再次扣款？</a:t>
            </a:r>
          </a:p>
          <a:p xmlns:a="http://schemas.openxmlformats.org/drawingml/2006/main">
            <a:pPr>
              <a:buNone/>
              <a:defRPr sz="262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停止一个分支后，其他工作能否继续？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C5629-87B9-40E3-9D4A-50FF3B4B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同一工作台记录报告、订单和授权边界</a:t>
            </a:r>
          </a:p>
        </p:txBody>
      </p:sp>
    </p:spTree>
    <p:extLst>
      <p:ext uri="{BB962C8B-B14F-4D97-AF65-F5344CB8AC3E}">
        <p14:creationId xmlns:p14="http://schemas.microsoft.com/office/powerpoint/2010/main" val="20932793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9E7DF-B932-4455-A4F4-123BD8C0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任务与服务订单的对应关系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191000"/>
                <a:gridCol w="3771900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绑定内容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用户可检查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任务报告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合约与固定区块范围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来源及数据哈希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服务订单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任务、服务与金库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精确金额及收款方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交付凭证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成功付款与报告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结果获取可重试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4DC86-003B-4A01-A54D-BDE544AB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免费预览与测试网结算分别标明</a:t>
            </a:r>
          </a:p>
        </p:txBody>
      </p:sp>
    </p:spTree>
    <p:extLst>
      <p:ext uri="{BB962C8B-B14F-4D97-AF65-F5344CB8AC3E}">
        <p14:creationId xmlns:p14="http://schemas.microsoft.com/office/powerpoint/2010/main" val="1644785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2E058-F98E-4FF4-B795-69D389C7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真实 Avalanche 数据已经接入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E09E4-D1D3-4762-A95E-F0E46107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62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161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A3495-7792-4B76-846C-73537834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条合约事件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5C59A-E6D6-49FB-835C-085D8130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28800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62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85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7C47C-557B-4850-9B68-EF6C8409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290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笔涉及的不同交易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AEACF-A9DB-4C02-9D9F-68A6F50B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96 个区块 · 样本采集于 2026-09-27</a:t>
            </a:r>
          </a:p>
          <a:p xmlns:a="http://schemas.openxmlformats.org/drawingml/2006/main">
            <a:pPr>
              <a:buNone/>
              <a:def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统计不代表全部调用量、用户数或交易额</a:t>
            </a:r>
          </a:p>
        </p:txBody>
      </p:sp>
    </p:spTree>
    <p:extLst>
      <p:ext uri="{BB962C8B-B14F-4D97-AF65-F5344CB8AC3E}">
        <p14:creationId xmlns:p14="http://schemas.microsoft.com/office/powerpoint/2010/main" val="1831235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D7214-8EC1-4DB4-826C-5B7F73E3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Fuji 已完成采购付款与退款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190750"/>
                <a:gridCol w="4438650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DemoUSD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验证结果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任务托管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10.00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 ID 与预算绑定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采集及核对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重复订单不能再扣款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任务结束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8.00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剩余金额退回所有者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D5F12-60A3-4A0B-9750-FA957057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撤销研究分支后，独立核对分支仍可付款</a:t>
            </a:r>
          </a:p>
        </p:txBody>
      </p:sp>
    </p:spTree>
    <p:extLst>
      <p:ext uri="{BB962C8B-B14F-4D97-AF65-F5344CB8AC3E}">
        <p14:creationId xmlns:p14="http://schemas.microsoft.com/office/powerpoint/2010/main" val="7769040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3A087-3C16-4102-91E2-F9BFCC45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资金规则与失败处理有可复查证据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B7566-751F-4EF8-9DAC-BFE82814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8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E7392-AB95-459B-A706-312F2F89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项合约测试通过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BB4A0-B928-4955-8EE0-80F764BB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共享预算与同块竞争</a:t>
            </a:r>
          </a:p>
          <a:p xmlns:a="http://schemas.openxmlformats.org/drawingml/2006/main">
            <a:pPr>
              <a:buNone/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子级授权及撤销</a:t>
            </a:r>
          </a:p>
          <a:p xmlns:a="http://schemas.openxmlformats.org/drawingml/2006/main">
            <a:pPr>
              <a:buNone/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重放保护与资金守恒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5CBE2-9778-48EB-B89A-EBF35C07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14875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RPC 超时会显示验证失败</a:t>
            </a:r>
          </a:p>
          <a:p xmlns:a="http://schemas.openxmlformats.org/drawingml/2006/main">
            <a:pPr>
              <a:buNone/>
              <a:defRPr sz="217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不会被算作成功拦截</a:t>
            </a:r>
          </a:p>
        </p:txBody>
      </p:sp>
    </p:spTree>
    <p:extLst>
      <p:ext uri="{BB962C8B-B14F-4D97-AF65-F5344CB8AC3E}">
        <p14:creationId xmlns:p14="http://schemas.microsoft.com/office/powerpoint/2010/main" val="14480491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911D1-C463-4E34-9A00-40ECD444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真实模型解读与事实核对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9556E-DE45-4998-8FF8-872DD161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Qwen2.5 解读真实 Avalanche 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B474E-B00C-4F66-9D77-694C0134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820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161 条日志，85 笔包含日志的交易。</a:t>
            </a:r>
          </a:p>
          <a:p xmlns:a="http://schemas.openxmlformats.org/drawingml/2006/main">
            <a:pPr>
              <a:buNone/>
              <a:def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模型收到公开统计，不接触钱包密钥。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49F6C-6DB3-4D73-8D7F-880EAC01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真实调用：输入 316 / 输出 186 Token</a:t>
            </a:r>
          </a:p>
          <a:p xmlns:a="http://schemas.openxmlformats.org/drawingml/2006/main">
            <a:pPr>
              <a:buNone/>
              <a:def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响应与数据哈希随项目提供，可逐项复核</a:t>
            </a:r>
          </a:p>
        </p:txBody>
      </p:sp>
    </p:spTree>
    <p:extLst>
      <p:ext uri="{BB962C8B-B14F-4D97-AF65-F5344CB8AC3E}">
        <p14:creationId xmlns:p14="http://schemas.microsoft.com/office/powerpoint/2010/main" val="18867138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DD787-1ACE-42B6-A819-55DEED72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面向 Agent 工作流开发者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DBB35-AFDD-46D4-8C49-2B317C1F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每次服务支出，都能回到具体任务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90E4F-CA21-446C-90B2-8A966F32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目前：脚本代理、真实数据和 Fuji 结算。</a:t>
            </a:r>
          </a:p>
          <a:p xmlns:a="http://schemas.openxmlformats.org/drawingml/2006/main">
            <a:pPr>
              <a:buNone/>
              <a:def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下一步：接入外部工具，验证开发者使用成本。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D1503-D6F1-4B03-9858-16B01649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边界：不保证服务质量，不撤回已确认付款。</a:t>
            </a:r>
          </a:p>
          <a:p xmlns:a="http://schemas.openxmlformats.org/drawingml/2006/main">
            <a:pPr>
              <a:buNone/>
              <a:def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自定义 EIP-712 结算，尚未实现 x402。</a:t>
            </a:r>
          </a:p>
        </p:txBody>
      </p:sp>
    </p:spTree>
    <p:extLst>
      <p:ext uri="{BB962C8B-B14F-4D97-AF65-F5344CB8AC3E}">
        <p14:creationId xmlns:p14="http://schemas.microsoft.com/office/powerpoint/2010/main" val="2051500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2026-09-29T14:14:09.7490000Z</dcterms:created>
  <dcterms:modified xsi:type="dcterms:W3CDTF">2026-09-29T14:14:09.7490000Z</dcterms:modified>
</coreProperties>
</file>